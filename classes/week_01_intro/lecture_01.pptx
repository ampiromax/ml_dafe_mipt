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Представиться. Сказать, где работаю и чем занимаюсь: данные для мультимодального ассистента. Курс построен на задачах, которые я решаю на работе, поэтому домашки будут похожи на настоящие.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суббота это две пары: семинар и лабораторная. Лекции смотрите дома, в аудитории только руки. Четвертая часть, про устройство ML-проекта и MLOps, стоит последней намеренно: если поедем по времени, она уйдет во второй семестр. Работа с данными не отдельная тема, она проходит через весь курс, и на ней построены все домашки.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Ключевое: вместе с оценкой приходит отчет, где написано, какие проверки упали и с каким сообщением. Не согласны с проверкой — приходите с отчетом, разберем. Не успели на паре — дорешиваете дома и присылаете до следующего занятия, это нормально и не наказывается.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работа: сырой дамп превратить в пригодный датасет. Вторая: разложить данные по темам и собрать честный тест. Третья: разобраться, можно ли верить разметке. Это три слоя того, чем занимается моя команда: достать, разложить, измерить.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совместную работу: команда до трех человек, состав объявляется заранее, защищаетесь вместе и каждый отвечает по всей работе, в отчете написано кто что делал, оценка одна на команду. Отдельно сказать: если вы уже участвуете в соревнованиях, работаете или ведете свой проект по теме — приходите до дедлайна, зачтем это вместо домашки. Требование не к формату, а к содержанию.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жесткое условие: если не сдана ни одна домашняя работа, курс не сдан, и на зачет можно не приходить. Домашки и есть курс, устный ответ только проверяет, что вы понимаете, что делали. Лабораторные: каждый ноутбук от нуля до десяти, оценка за блок это среднее по всем четырнадцати. Посещаемость на оценку не влияет, но я ее веду и я вас запомню.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Провести опрос руками. От ответов зависит темп первых занятий. Отдельно записать, у кого Windows и у кого слабое железо: им понадобится помощь с окружением, а во втором семестре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именно miniconda, а не системный питон: через месяц половина проблем на паре будет из-за конфликтов версий. Про Windows: WSL ставится одной командой из PowerShell с правами администратора, дальше это обычный Ubuntu. Во втором семестре, когда пойдут видеокарты, разница станет заметнее. Все, что нужно в первом семестре, считается на любом ноутбуке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пересказывать каждый пункт. Главное: PyTorch и Hugging Face это то, где живет современный ML. Аккаунт на Hugging Face понадобится со второго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механику: сначала препринт на arXiv, потом подача на конференцию, рецензирование, доклад. Именно конференции, а не журналы, здесь главное место публикации, и это отличает наше поле от физики.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Рост почти в четыреста раз за двадцать лет: с двухсот семидесяти работ до ста семи тысяч. Две мысли отсюда. Первая: прочитать все невозможно и не нужно, нужно уметь выбирать и быстро отбрасывать. Вторая: знания устаревают быстро, учиться придется всю карьеру, а не один семестр.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зачитывать. Сказать: полный список с рабочими ссылками лежит в репозитории, файл docs/resources.md, там восемьдесят проверенных ссылок. Из этого слайда важнее всего левая колонка: без теории вероятностей нельзя понять, что означает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 Learning School это свой, физтеховский курс, бесплатный и с домашками на код: начинать лучше с него. Курс Войты объясняет внимание лучше всех. Про мультимодальность честно: систематического курса в мире пока не существует, ближе всего курс CMU, дальше только обзорные статьи. Третья колонка это то, чему не учат в университете, а на работе спрашивают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Совет: начать с LM Studio, если не хочется в терминал, или с Ollama, если хочется сразу API для своего кода. Обе работают без видеокарты. Полезно попробовать: становится понятно, что модель это файл с числами, а не магия из облака.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 определяется тем, какие признаки придумал инженер. В зрении это SIFT и HOG, рукописные детекторы углов и градиентов, была отдельная профессия. Сказать: ровно эти методы мы и проходим в первом семестре, и они не устарели — на табличных данных бустинг до сих пор обыгрывает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Разложить десятилетие на три волны. Первая, зрение: AlexNet, VGG, ResNet — сети становятся глубже и точнее. Вторая, обучение с подкреплением: игры Atari, AlphaGo, AlphaZero, тогда казалось, что будущее за агентами. Третья, внимание: word2vec, seq2seq, трансформер, BERT. Каждая волна закрывала узкое место предыдущей и открывала новое.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уместно рассказать про свою работу: почему сейчас самое сложное это не обучить модель, а честно измерить ее качество. Узкое место сместилось снова, и теперь это данные и оценка. Восемьдесят процентов времени проекта уходит на данные, а не на модель — именно поэтому три домашки в курсе про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минут перерыва.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Пройтись по веткам. В обучении с учителем даны пары объект и ответ, учим условное распределение ответа. Без учителя даны только объекты, учим их распределение. В обучении с подкреплением данные агент собирает сам, учим стратегию. Первый семестр это левая ветка плюс кластеризация и снижение размерности из средней.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Ввести словарь, которым будем пользоваться весь семестр: обучающая выборка, признаки, отклик. Модель обучается на выборке, а затем применяется к новым примерам. Главное не объяснить обучающие точки, а хорошо обобщиться на новые. Перед подачей данных обычно идет предобработка: из входа стараются выделить самые содержательные аспекты, это называется извлечением признаков.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Отсюда вопрос: обычно нам дают просто обучающую выборку, как тогда проверить обобщение? Ответ: отложить часть данных. Разбиваем выборку на обучающую и валидационную, а лучше делаем кросс-валидацию, повторяя разбиение несколько раз. Отдельное занятие про это будет четвертым, и там же разберем, как незаметно испортить себе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Классификация: классификация текстов по темам, спам-фильтр, распознавание лиц, объектов и текста. Регрессия: предсказать температуру, положение робота, цену акций. Если добавить изменение во времени, получится, например, распознавание речи. Сегодняшние два метода это классификация.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Кластеризация: разбить данные на заранее неизвестные группы по мере похожести. Выделить семейства генов, кластеризовать пользователей и персонализовать приложение под них. Снижение размерности: признаков очень много, надо оставить самые информативные, чтобы остальные алгоритмы вообще смогли работать. Сюда же дополнение матриц: дана разреженная матрица, надо предсказать, что на пустых местах — так работают рекомендации. Если ответы даны для небольшой части данных, это обучение с частичным привлечением учителя.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сюжета, которые стоит назвать. Многорукие бандиты: есть набор действий, каждое дает случайный результат, надо получить как можно больший доход. Исследование против использования: когда переходить от проб нового к эксплуатации того, что уже изучил. И назначение заслуги: награда приходит в самом конце, например за выигранную партию, и надо как-то распределить ее по всем ходам, которые к победе привели.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Бустинг будет седьмым занятием, выбор модели четвертым. Ранжирование и активное обучение в курс не влезли, но знать, что они есть, полезно: обе задачи очень частые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Подводка. Мы поговорили про то, какие бывают задачи. Теперь нужен первый работающий метод, и начать логично с самого простого из возможных. Идея kNN настолько проста, что ее придумали до появления компьютеров в современном смысле: Фикс и Ходжес в 1951 году, а исследовали Ковер и Харт в 1967. При этом метод жив: на нем стоят поиск похожих товаров, векторные базы данных, поиск дубликатов и обнаружение аномалий.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постановку: объект это одно вино, признаки это тринадцать чисел из лаборатории, ответ это номер сорта. Все числа, которые прозвучат дальше, посчитаны на этих данных: модель учится на 124 винах и проверяется на 54, которых не видела. Датасет маленький и удобный именно для того, чтобы разбираться в механике, а не ждать вычислений.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механику: обучения нет вообще, модель просто хранит выборку, вся работа происходит при предсказании. Такие методы называют ленивыми, и это ровно противоположно тому, как устроен наивный Байес, к которому придем через полчаса. Главный вопрос аудитории по картинке: какой из двух ответов правильный? Правильного нет, есть k, которое надо подобрать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последний пункт: из него через три слайда вырастет главная проблема метода. Бывают и другие метрики, манхэттенская и косинусная, их разберем на лабораторной.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Спросить, какая из трех картинок нравится больше. Обычно выбирают среднюю. Дальше показать, что интуиция здесь совпала с числами, но так бывает не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Расхождение между серой и синей кривой это и есть переобучение, увиденное глазами. Сказать, что подбирать k по тесту нечестно: правильный способ будет на четвертом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аудитории вопрос: если мы будем искать похожие квартиры по евклидову расстоянию, что произойдет? Дать подумать полминуты. Обратить внимание на единицы измерения: миллионы, метры квадратные, просто метры и номер этажа.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Вернуться к формуле расстояния. Разность в тысячу метров дает вклад в миллион, разность в два миллиона рублей дает четыре. Три признака из четырех не участвуют в расчете вообще. Модель ищет не похожие квартиры, а квартиры на том же расстоянии от метро.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пункт важнее остальных. В семинарском ноутбуке есть проверка, которая ловит именно эту ошибку: если обучить преобразование на тесте, среднее теста окажется нулевым, и проверка упадет.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модель действительно ищет похожие квартиры: близкие по цене, площади, расположению и этажу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уже не квартиры, а датасет про вино с семинара. Тринадцать признаков, три класса. Одна строка кода дала больше, чем дал бы любой подбор гиперпараметров. Мораль на весь курс: когда качество не устраивает, сначала смотрят на данные, а не 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проклятие размерности: тринадцать настоящих признаков тонут среди восьмисот случайных, и расстояние перестает нести смысл. На лабораторной студенты воспроизведут этот график сами. И это хороший мостик: посмотрим на метод, который так не ломается, и разберемся,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метода: идея восходит к пятидесятым, а известность он получил в конце девяностых как основа первых работающих спам-фильтров. Сегодня его используют как быструю базовую линию в классификации текстов и как компонент там, где важна скорость: он обучается за один проход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по блокам сверху вниз. Совместная вероятность и маргинализация: суммируя по одной переменной, избавляемся от нее. Условная вероятность и то, что совместную можно разложить двумя способами. Приравняв два разложения, за один шаг получаем теорему Байеса. И независимость, которая понадобится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Отдельно и подробно про знаменатель, это важно. P(x) — это маргинальное распределение наблюдаемых признаков: совместное распределение, просуммированное по всем классам. По сути это распределение самих данных, и оценить его труднее всего: оно многомерное и никакой структуры нам не дано. Но при сравнении гипотез между собой оно играет роль нормировочной константы, одной и той же для всех классов. В задаче поиска максимума константа на результат не влияет, поэтому знаменатель опускают. Мы не научились его считать — мы обошли необходимость его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Предположение почти всегда неверно: в вине содержание флавоноидов и общее содержание фенолов очевидно связаны. Метод все равно работает, и это одна из приятных странностей машинного обучения. Причина в том, что для выбора класса нужны не точные вероятности, а правильный порядок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это предположение, а не факт. На следующих слайдах видно, насколько оно грубое и почему этого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Сравнить с kNN, который хранит всю выборку целиком и пересчитывает расстояния при каждом предсказании. Отсюда и устойчивость к лишним признакам: шумовой признак дает почти одинаковую плотность во всех классах и просто не влияет на сравнение.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 одну панель целиком, прежде чем говорить про три. Возьмем proline. Метод посмотрел на все обучающие вина сорта ноль, посчитал среднее и разброс их proline и нарисовал по этим двум числам нормальную кривую. То же для сорта один и для сорта два. Получилось три кривые на одной панели. Так же он поступил с каждым из тринадцати признаков. Теперь предсказание. Приходит новое вино, у него известен proline. Смотрим, какая из трех кривых в этой точке выше: тот сорт и вероятнее по этому признаку. Повторяем для всех тринадцати признаков, перемножаем и добавляем априорную долю сорта. Побеждает сорт с наибольшим произведением. Обратить внимание: по proline сорта разделяются хорошо, кривые почти не пересекаются, а по color_intensity хуже. Признаки не равны по полезности, и метод учитывает это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числа в подписях. Спросить, какая граница лучше. Ответ: смотря какие данные. Если предположение о нормальности близко к правде, гладкая выигрывает и требует меньше данных. Если нет,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Сложнее не значит точнее. На сегодняшнем семинаре наивный Байес обыграет kNN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Читать таблицу сверху вниз. Первая строка это точка отсчета: модель, которая всегда отвечает самым частым сортом, угадывает в 39 процентах случаев на тесте. Все, что не обыгрывает эту строку, не имеет права на существование. Вторая и третья: одна строка со стандартизацией поднимает kNN с 0.72 до 0.94. Четвертая строка выделена намеренно: при k=1 на обучающей выборке ровно единица, потому что ближайший сосед объекта это он сам. На тесте при этом хуже, чем у k=5. Вот так переобучение выглядит в числах. Пятая: наивный Байес не ошибся на тесте ни разу, и это повод не радоваться, а насторожиться — в тесте всего 54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при соотношении один к тысяче модель, которая всегда отвечает «нет», наберет 99.9 процента. Справа то же самое на медицинском примере: модель с accuracy 98.5 процента не нашла ни одного больного. Наши вина сбалансированы, поэтому там accuracy честна. В реальных задачах она сбалансирована почти никогда: мошеннические транзакции, поломки оборудования, редкие заболевания — везде интересный класс редкий.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это сумма диагонали, деленная на все. Она склеивает две принципиально разные ошибки в одно число, а цена у них разная. В медицинской диагностике пропуск страшнее ложной тревоги. В спам-фильтре наоборот: письмо от начальника в папке со спамом хуже, чем реклама во входящих.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метрики смотрят только на нужный класс, поэтому редкость класса их не обманывает. Модель «все здоровы» из предыдущего слайда имеет recall ноль, и это сразу видно. Первая пара метрик курса, дальше их будет много. Главная мысль на весь семестр: метрику выбирает тот, кто понимает цену ошибки, а не тот, кто пишет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96012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Занятие 1. Как все будет устроено и с чего начинается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ФАЛТ МФТИ · осенний семестр 2026/27 · Патрацкий Максим</a:t>
            </a:r>
          </a:p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t.me/mldafemipt</a:t>
            </a:r>
          </a:p>
        </p:txBody>
      </p:sp>
      <p:pic>
        <p:nvPicPr>
          <p:cNvPr id="8" name="Picture 7" descr="telegram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895" y="3246120"/>
            <a:ext cx="1691640" cy="1691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4135" y="510235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Arial"/>
              </a:rPr>
              <a:t>@mldafemipt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4135" y="5440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чат курса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Из чего состоит семестр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urs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11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Лабораторные и как они проверяются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b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722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Домашние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mewor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8850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878403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работы за семестр, на каждую четыре недели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Жесткий дедлайн предыдущей совпадает с днем выдачи следующей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И РАБОТАТЬ МОЖНО ВМЕСТЕ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Как делать и как сдавать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po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05" y="2103120"/>
            <a:ext cx="8801684" cy="3346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70585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Оформление любое, на ваше усмотрение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Защита устная, во время лабораторных занятий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Оценивание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din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67" y="1737360"/>
            <a:ext cx="843616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Итог округляется до целого, порог сдачи четыре балла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Свой проект или хакатон по теме можно зачесть вместо домашки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Вопросы о вашем опыте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Какая у вас система и сколько оперативной памяти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писал на питоне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видел numpy и pandas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уже что-то делал по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У кого есть аккаунт на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ЧТО ПОСТАВИТЬ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Окружение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509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Что нужно знать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карта поля: инструменты, статьи, курсы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Чем обучают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737360"/>
            <a:ext cx="2179243" cy="540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 нем пишут почти все</a:t>
            </a:r>
          </a:p>
        </p:txBody>
      </p:sp>
      <p:pic>
        <p:nvPicPr>
          <p:cNvPr id="8" name="Picture 7" descr="hugging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03" y="1737360"/>
            <a:ext cx="2179243" cy="5796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модели и датасеты</a:t>
            </a:r>
          </a:p>
        </p:txBody>
      </p:sp>
      <p:pic>
        <p:nvPicPr>
          <p:cNvPr id="11" name="Picture 10" descr="scikit-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905" y="1737360"/>
            <a:ext cx="868325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весь первый семестр</a:t>
            </a:r>
          </a:p>
        </p:txBody>
      </p:sp>
      <p:pic>
        <p:nvPicPr>
          <p:cNvPr id="14" name="Picture 13" descr="jupy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0819" y="1737360"/>
            <a:ext cx="579382" cy="6720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Jupyter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наши ноутбуки</a:t>
            </a:r>
          </a:p>
        </p:txBody>
      </p:sp>
      <p:pic>
        <p:nvPicPr>
          <p:cNvPr id="17" name="Picture 16" descr="deepsp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9919" y="3337560"/>
            <a:ext cx="1802524" cy="6720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DeepSpeed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модель не влезла в карту</a:t>
            </a:r>
          </a:p>
        </p:txBody>
      </p:sp>
      <p:pic>
        <p:nvPicPr>
          <p:cNvPr id="20" name="Picture 19" descr="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567" y="3337560"/>
            <a:ext cx="2154115" cy="6720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распределенные вычисления</a:t>
            </a:r>
          </a:p>
        </p:txBody>
      </p:sp>
      <p:pic>
        <p:nvPicPr>
          <p:cNvPr id="23" name="Picture 22" descr="wand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6" y="3337560"/>
            <a:ext cx="2179243" cy="5074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Weights &amp; Biases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журнал экспериментов</a:t>
            </a:r>
          </a:p>
        </p:txBody>
      </p:sp>
      <p:pic>
        <p:nvPicPr>
          <p:cNvPr id="26" name="Picture 25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0889" y="3337560"/>
            <a:ext cx="2179243" cy="5186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одинаковое окружение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читают и публикуют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21" y="1737360"/>
            <a:ext cx="1493520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arXiv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препринты статей</a:t>
            </a:r>
          </a:p>
        </p:txBody>
      </p:sp>
      <p:pic>
        <p:nvPicPr>
          <p:cNvPr id="8" name="Picture 7" descr="neur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486" y="1737360"/>
            <a:ext cx="1498276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NeurIPS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самая широкая по ML</a:t>
            </a:r>
          </a:p>
        </p:txBody>
      </p:sp>
      <p:pic>
        <p:nvPicPr>
          <p:cNvPr id="11" name="Picture 10" descr="ic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2045" y="1737360"/>
            <a:ext cx="1944044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методы и теория</a:t>
            </a:r>
          </a:p>
        </p:txBody>
      </p:sp>
      <p:pic>
        <p:nvPicPr>
          <p:cNvPr id="14" name="Picture 13" descr="icl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537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ICLR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обучение представлений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CVPR / ICCV / ECCV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CVPR / ICCV / ECCV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компьютерное зрение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96563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6563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ACL / EMNLP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ACL / EMNLP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обработка языка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6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6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AAAI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AAAI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искусственный интеллект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69449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449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Papers with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Papers with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статьи вместе с кодом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Сколько статей выходит по теме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23" y="1737360"/>
            <a:ext cx="772424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Разделы по искусственному интеллекту и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Данные arXiv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ПРОГРАММА НА НЕСКОЛЬКО ЛЕТ, НЕ НА СЕМЕСТР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фундамент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Математика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Теория вероятностей, МФТИ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Райгородский, 13 лекций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Основы статистики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Карпов, stepik.org/course/76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Математика для анализа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education.yandex.ru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Байесовские методы в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Ветров, ВШЭ, 12 лекций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Учебник ШАД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education.yandex.ru/handbook/ml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Курс Соколова, ВШЭ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github.com/esokolov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Stanford CS229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cs229.stanford.edu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Statistical Rethinking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McElreath, 20 лекций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глубокое обучение и инженерия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Deep Learning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МФТИ, dls.samcs.ru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Deep learning на пальцах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Козлов, dlcourse.ai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Stanford CS231n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cs231n.stanford.edu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Zero to Hero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Karpathy, 10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098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Язык, звук, мультимодальность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NLP Course For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098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Войта, lena-voita.github.io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Speech course, ШАД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1098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github.com/yandexdataschool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098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Трек Speech, DLS МФТИ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 видео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098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CMU 11-777,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 лекций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9236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236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MLOps Zoomcamp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9236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github.com/DataTalksClub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9236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Made With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9236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madewithml.com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9236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CS329S, ML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9236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stanford-cs329s.github.io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Запустить языковую модель у себя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ll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589" y="1737360"/>
            <a:ext cx="475184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две команды в терминале</a:t>
            </a:r>
          </a:p>
        </p:txBody>
      </p:sp>
      <p:pic>
        <p:nvPicPr>
          <p:cNvPr id="8" name="Picture 7" descr="lm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582" y="1737360"/>
            <a:ext cx="672084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LM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без терминала, есть окно</a:t>
            </a:r>
          </a:p>
        </p:txBody>
      </p:sp>
      <p:pic>
        <p:nvPicPr>
          <p:cNvPr id="11" name="Picture 10" descr="llamac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893" y="1737360"/>
            <a:ext cx="2024349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llama.cpp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движок под капотом</a:t>
            </a:r>
          </a:p>
        </p:txBody>
      </p:sp>
      <p:pic>
        <p:nvPicPr>
          <p:cNvPr id="14" name="Picture 13" descr="vl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232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vLLM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для сервера с картой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мы сюда пришли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двадцать пять лет за пятнадцать минут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2000-е: признаки конструируют вручную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0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Правят SVM, случайный лес и градиентный бустинг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Нейросети считаются тупиковой ветвью: данных и вычислений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2010-е: признаки выучиваются сами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Сменился не алгоритм, а масштаб данных и вычислений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AlexNet это идеи восьмидесятых плюс видеокарты плюс миллион картинок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2020-е: масштаб и смешение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2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Качество предсказуемо растет с размером модели и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Модальности перестали быть отдельными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Вдох. Выдох.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организационное закончилось, начинается предмет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Задачи машинного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675" y="1737360"/>
            <a:ext cx="839834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учителем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pervis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885" y="1737360"/>
            <a:ext cx="8087925" cy="2962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956048"/>
            <a:ext cx="10545775" cy="1426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Обучающая выборка это примеры с правильными ответами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Каждый пример описан признаками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Ответ бывает категориальным, непрерывным или порядковым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Обобщение и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237" y="1737360"/>
            <a:ext cx="737122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Идеальная память об обучающей выборке ничего не говорит о новых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Проверить обобщение можно, только отложив часть данных заранее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Классификация и регрессия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ification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19" y="1737360"/>
            <a:ext cx="9592856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Классификация: ответ это метка из конечного набора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Регрессия: ответ это 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supervi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Правильных ответов нет, есть только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подкреплением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infor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Агент учится на собственных пробах и ошибках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ЗА ПРЕДЕЛАМИ ТРЕХ ВЕТОК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еще бывает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ther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6791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38305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 укладываются в три ветки целиком, но встречаются постоянно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Метод ближайших соседей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первый алгоритм курса, придуман в 1951 году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 чем будем работать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ne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695" y="2103120"/>
            <a:ext cx="905430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Идея целиком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497" y="1737360"/>
            <a:ext cx="7606700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Похожие объекты имеют похожие ответы. Находим k ближайших и устраиваем голосование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значит «ближайший»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euc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231" y="1737360"/>
            <a:ext cx="4917232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Евклидово расстояние: обычная длина отрезка между точками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Считается сразу до всех объектов обучающей выборки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Сумма идет по всем признакам, каждый вносит свой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делает 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3513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473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граница огибает каждую точку. При k = 50 она почти прямая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именно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40" y="1737360"/>
            <a:ext cx="787881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на обучающей выборке ошибок нет вообще: ближайший сосед объекта это он сам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Посмотрим на данные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Шесть квартир и четыре признака. Ничего необычного, обычная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Кто на самом деле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Расстояния до метро измеряются тысячами, цена единицами. В сумме квадратов побеждает тот, у кого числа крупнее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Лечение: стандартизация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standard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223" y="2103120"/>
            <a:ext cx="3127248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5196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У каждого признака вычитаем среднее и делим на разброс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После этого у всех признаков среднее ноль и разброс единица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Среднее и разброс считаются ТОЛЬКО по обучающей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Посчитать их по всем данным сразу — это утечка, занятие четыре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изменилось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36" y="2103120"/>
            <a:ext cx="10476423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Теперь каждый признак имеет равный голос в расстоянии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4DA3E0"/>
                </a:solidFill>
                <a:latin typeface="Arial"/>
              </a:rPr>
              <a:t>ШАГ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0" b="1">
                <a:solidFill>
                  <a:srgbClr val="FFFFFF"/>
                </a:solidFill>
                <a:latin typeface="Arial"/>
              </a:rPr>
              <a:t>0.72 → 0.94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457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во что превращается качество kNN на настоящих данных после одной строки со стандартизацией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Слабое место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c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80" y="1737360"/>
            <a:ext cx="7757334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Восемьсот шумовых признаков роняют kNN почти до уровня угадывания. Наивный Байес держится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Наивный Байес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метод, устроенный ровно наоборот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Напоминание из теории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bability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640" y="1737360"/>
            <a:ext cx="709641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Четыре факта, без которых дальше не разобраться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Теорема Байеса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778" y="1737360"/>
            <a:ext cx="727613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Слева апостериорная вероятность: насколько вероятен класс, если объект уже наблюдался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P(y) — априорная вероятность класса, оценивается его долей в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P(x | y) — правдоподобие: насколько типичен такой объект для класса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 чем наивность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906" y="1737360"/>
            <a:ext cx="8039883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Правдоподобие это совместное распределение всех признаков сразу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Оценить его по выборке нельзя: комбинаций больше, чем объектов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Метод предполагает независимость признаков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совместная вероятность распадается в произведение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Гауссовский вариант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gau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919" y="1737360"/>
            <a:ext cx="6981856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числовых признаков берем нормальное распределение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обучение сводится к подсчету средних и дисперсий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Вся модель: три набора чисел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81" y="1737360"/>
            <a:ext cx="1852733" cy="1828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199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Доля класса, среднее и дисперсия каждого признака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трех классов и тринадцати признаков это 78 чисел плюс 3 доли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Обучающая выборка после этого не нужна и выбрасывается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метод выучил на наших винах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dens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038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19721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признака из тринадцати. По горизонтали значение признака, по вертикали плотность. Столбики это 124 обучающих вина, кривые это то, чем метод их заменил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Две границы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vs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77" y="1737360"/>
            <a:ext cx="9224741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Слева безошибочная память и рваная граница, справа гладкая граница и ошибки уже на обучающей выборке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Два метода, две крайности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Ничего не вычисляет заранее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Хранит всю выборку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Ломается от масштаба и лишних признаков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70167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70167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Наивный Байес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Считает несколько чисел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Выборку выбрасывает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Масштаб ему безразличен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понять, что модель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и почему одной цифры не хватает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Accuracy: доля правильных ответов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91" y="1737360"/>
            <a:ext cx="9811713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Самая простая метрика: сколько объектов угадали, деленное на то, сколько их всего. Числа посчитаны на наших винах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accuracy перестает работать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53" y="1737360"/>
            <a:ext cx="10222589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Как только классы перестают быть равными по размеру, доля правильных ответов говорит о распределении классов, а не о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Матрица ошибок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932" y="1737360"/>
            <a:ext cx="6113831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Раскладываем предсказания на четыре клетки и смотрим, какие именно ошибки делает 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Precision и recall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prec_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33" y="1737360"/>
            <a:ext cx="270762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Precision: из тех, кого назвали больными, сколько правда больны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Recall: из всех больных скольких мы нашли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Между ними всегда компромисс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Что важнее, определяет задача, а не алгоритм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Три бесполезные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cision_recal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998" y="1737360"/>
            <a:ext cx="977569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Ни одна не имеет хороших precision и recall одновременно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Именно поэтому смотрят на обе метрики, а не на одну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219456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9601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FFFFFF"/>
                </a:solidFill>
                <a:latin typeface="Arial"/>
              </a:rPr>
              <a:t>Посмотреть лекции 2 и 3 из «Тренировок по ML», ссылки в репозитории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FFFFFF"/>
                </a:solidFill>
                <a:latin typeface="Arial"/>
              </a:rPr>
              <a:t>Завести аккаунт на Hugging Face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FFFFFF"/>
                </a:solidFill>
                <a:latin typeface="Arial"/>
              </a:rPr>
              <a:t>Поставить окружение и проверить командой из README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FFFFFF"/>
                </a:solidFill>
                <a:latin typeface="Arial"/>
              </a:rPr>
              <a:t>Доделать лабораторную и прислать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